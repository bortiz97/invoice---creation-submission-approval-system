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64592"/>
            <a:ext cx="113385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 b="1"/>
            </a:pPr>
            <a:r>
              <a:t>Invoice Creation–Submission–Approval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03504"/>
            <a:ext cx="113385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0"/>
            </a:pPr>
            <a:r>
              <a:t>State Transition Diagram — Version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011680"/>
            <a:ext cx="1691640" cy="749808"/>
          </a:xfrm>
          <a:prstGeom prst="roundRect">
            <a:avLst/>
          </a:prstGeom>
          <a:noFill/>
          <a:ln w="1905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2048256"/>
            <a:ext cx="160020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/>
            </a:pPr>
            <a:r>
              <a:t>Draft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34640" y="2011680"/>
            <a:ext cx="1691640" cy="749808"/>
          </a:xfrm>
          <a:prstGeom prst="roundRect">
            <a:avLst/>
          </a:prstGeom>
          <a:noFill/>
          <a:ln w="1905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880360" y="2048256"/>
            <a:ext cx="160020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/>
            </a:pPr>
            <a:r>
              <a:t>Submitted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12080" y="2011680"/>
            <a:ext cx="1874519" cy="749808"/>
          </a:xfrm>
          <a:prstGeom prst="roundRect">
            <a:avLst/>
          </a:prstGeom>
          <a:noFill/>
          <a:ln w="1905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257800" y="2048256"/>
            <a:ext cx="1783079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/>
            </a:pPr>
            <a:r>
              <a:t>Under Review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66760" y="1143000"/>
            <a:ext cx="1737360" cy="749808"/>
          </a:xfrm>
          <a:prstGeom prst="roundRect">
            <a:avLst/>
          </a:prstGeom>
          <a:noFill/>
          <a:ln w="1905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80" y="1179576"/>
            <a:ext cx="1645919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/>
            </a:pPr>
            <a:r>
              <a:t>Approved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66760" y="2926080"/>
            <a:ext cx="1737360" cy="749808"/>
          </a:xfrm>
          <a:prstGeom prst="roundRect">
            <a:avLst/>
          </a:prstGeom>
          <a:noFill/>
          <a:ln w="1905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12480" y="2962656"/>
            <a:ext cx="1645919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/>
            </a:pPr>
            <a:r>
              <a:t>Rejected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1936742"/>
            <a:ext cx="640080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0"/>
            </a:pPr>
            <a:r>
              <a:rPr dirty="0"/>
              <a:t>Submit</a:t>
            </a:r>
            <a:r>
              <a:rPr lang="en-US" dirty="0"/>
              <a:t> Invoice</a:t>
            </a:r>
            <a:endParaRPr dirty="0"/>
          </a:p>
        </p:txBody>
      </p:sp>
      <p:sp>
        <p:nvSpPr>
          <p:cNvPr id="17" name="TextBox 16"/>
          <p:cNvSpPr txBox="1"/>
          <p:nvPr/>
        </p:nvSpPr>
        <p:spPr>
          <a:xfrm>
            <a:off x="4480560" y="1993392"/>
            <a:ext cx="7772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0"/>
            </a:pPr>
            <a:r>
              <a:t>Begin review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1554480"/>
            <a:ext cx="731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0"/>
            </a:pPr>
            <a:r>
              <a:t>Approve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0" y="2834640"/>
            <a:ext cx="731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0"/>
            </a:pPr>
            <a:r>
              <a:t>Reject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62172" y="3172968"/>
            <a:ext cx="23774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0"/>
            </a:pPr>
            <a:r>
              <a:rPr dirty="0"/>
              <a:t>Correction required — return to Draft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4892040"/>
            <a:ext cx="10972800" cy="1417320"/>
          </a:xfrm>
          <a:prstGeom prst="roundRect">
            <a:avLst/>
          </a:prstGeom>
          <a:noFill/>
          <a:ln w="12700">
            <a:solidFill>
              <a:srgbClr val="828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2960" y="4983480"/>
            <a:ext cx="1828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/>
            </a:pPr>
            <a:r>
              <a:t>State Definitions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5266944"/>
            <a:ext cx="103327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/>
            </a:pPr>
            <a:r>
              <a:t>Draft — Invoice is being created or corrected.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5468112"/>
            <a:ext cx="103327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/>
            </a:pPr>
            <a:r>
              <a:t>Submitted — Invoice has been sent for review.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5669279"/>
            <a:ext cx="103327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/>
            </a:pPr>
            <a:r>
              <a:t>Under Review — Reviewer/approver is evaluating the invoice.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5870447"/>
            <a:ext cx="103327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/>
            </a:pPr>
            <a:r>
              <a:t>Approved — Invoice has passed review.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6071615"/>
            <a:ext cx="103327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/>
            </a:pPr>
            <a:r>
              <a:t>Rejected — Invoice requires correction before resubmission.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F1E05615-A9B5-C046-FD7E-36BFE848AAD2}"/>
              </a:ext>
            </a:extLst>
          </p:cNvPr>
          <p:cNvCxnSpPr>
            <a:stCxn id="4" idx="3"/>
            <a:endCxn id="6" idx="1"/>
          </p:cNvCxnSpPr>
          <p:nvPr/>
        </p:nvCxnSpPr>
        <p:spPr>
          <a:xfrm>
            <a:off x="2194560" y="2386584"/>
            <a:ext cx="64008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4AC61B06-F562-D0CB-BF50-0D993B18A881}"/>
              </a:ext>
            </a:extLst>
          </p:cNvPr>
          <p:cNvCxnSpPr/>
          <p:nvPr/>
        </p:nvCxnSpPr>
        <p:spPr>
          <a:xfrm>
            <a:off x="4526280" y="2386584"/>
            <a:ext cx="64008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A1475029-AE5E-9A6B-6100-973E0AE79B57}"/>
              </a:ext>
            </a:extLst>
          </p:cNvPr>
          <p:cNvCxnSpPr>
            <a:cxnSpLocks/>
            <a:endCxn id="10" idx="1"/>
          </p:cNvCxnSpPr>
          <p:nvPr/>
        </p:nvCxnSpPr>
        <p:spPr>
          <a:xfrm flipV="1">
            <a:off x="7086599" y="1517904"/>
            <a:ext cx="1280161" cy="8686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FA0E8376-D6B2-2DEC-7EC7-EDC489FA415D}"/>
              </a:ext>
            </a:extLst>
          </p:cNvPr>
          <p:cNvCxnSpPr>
            <a:cxnSpLocks/>
            <a:endCxn id="12" idx="1"/>
          </p:cNvCxnSpPr>
          <p:nvPr/>
        </p:nvCxnSpPr>
        <p:spPr>
          <a:xfrm>
            <a:off x="7086599" y="2386584"/>
            <a:ext cx="1280161" cy="9144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707710DA-A8A4-8256-BF7A-8D25FB462094}"/>
              </a:ext>
            </a:extLst>
          </p:cNvPr>
          <p:cNvCxnSpPr>
            <a:cxnSpLocks/>
          </p:cNvCxnSpPr>
          <p:nvPr/>
        </p:nvCxnSpPr>
        <p:spPr>
          <a:xfrm flipV="1">
            <a:off x="1335024" y="2761488"/>
            <a:ext cx="0" cy="6675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6E1C7B4B-F67D-EE0D-6131-6D83BE253CEB}"/>
              </a:ext>
            </a:extLst>
          </p:cNvPr>
          <p:cNvCxnSpPr/>
          <p:nvPr/>
        </p:nvCxnSpPr>
        <p:spPr>
          <a:xfrm flipH="1">
            <a:off x="1335024" y="3429000"/>
            <a:ext cx="703173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77</Words>
  <Application>Microsoft Office PowerPoint</Application>
  <PresentationFormat>Widescreen</PresentationFormat>
  <Paragraphs>18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bortiz</dc:creator>
  <cp:keywords/>
  <dc:description>generated using python-pptx</dc:description>
  <cp:lastModifiedBy>Ortiz, Breonna</cp:lastModifiedBy>
  <cp:revision>2</cp:revision>
  <dcterms:created xsi:type="dcterms:W3CDTF">2013-01-27T09:14:16Z</dcterms:created>
  <dcterms:modified xsi:type="dcterms:W3CDTF">2026-09-15T01:04:14Z</dcterms:modified>
  <cp:category/>
</cp:coreProperties>
</file>