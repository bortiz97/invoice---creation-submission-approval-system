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/>
            </a:pPr>
            <a:r>
              <a:t>Invoice Creation–Submission–Approval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56445"/>
            <a:ext cx="11430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/>
            </a:pPr>
            <a:r>
              <a:rPr dirty="0"/>
              <a:t>Transaction Workflow </a:t>
            </a:r>
            <a:r>
              <a:t>Diagram —</a:t>
            </a:r>
            <a:r>
              <a:rPr lang="en-US"/>
              <a:t>V1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5074920" y="932688"/>
            <a:ext cx="1554480" cy="438912"/>
          </a:xfrm>
          <a:prstGeom prst="ellipse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48072" y="969264"/>
            <a:ext cx="1408176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36192"/>
            <a:ext cx="3383280" cy="56692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33672" y="1572768"/>
            <a:ext cx="32369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Completed service or billable activity</a:t>
            </a:r>
            <a:br/>
            <a:r>
              <a:t>is ready to be invoiced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67712"/>
            <a:ext cx="2651760" cy="530352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2313432"/>
            <a:ext cx="2505456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Billing employee creates invoice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962656"/>
            <a:ext cx="2651760" cy="530352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999232"/>
            <a:ext cx="2505456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System validates required information</a:t>
            </a:r>
          </a:p>
        </p:txBody>
      </p:sp>
      <p:sp>
        <p:nvSpPr>
          <p:cNvPr id="12" name="Diamond 11"/>
          <p:cNvSpPr/>
          <p:nvPr/>
        </p:nvSpPr>
        <p:spPr>
          <a:xfrm>
            <a:off x="4983480" y="3657600"/>
            <a:ext cx="1737360" cy="914400"/>
          </a:xfrm>
          <a:prstGeom prst="diamond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96204" y="3822191"/>
            <a:ext cx="111191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Required information</a:t>
            </a:r>
            <a:br/>
            <a:r>
              <a:t>complete?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4736592"/>
            <a:ext cx="2240280" cy="47548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5360" y="4835652"/>
            <a:ext cx="209397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Submit invoice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5376672"/>
            <a:ext cx="2240280" cy="47548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9744" y="5413248"/>
            <a:ext cx="209397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Under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39"/>
            <a:ext cx="2880360" cy="65836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3785615"/>
            <a:ext cx="27340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Return to billing employee</a:t>
            </a:r>
            <a:br/>
            <a:r>
              <a:t>for missing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63440"/>
            <a:ext cx="2880360" cy="65836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4700016"/>
            <a:ext cx="273405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Billing employee corrects invoice</a:t>
            </a:r>
          </a:p>
        </p:txBody>
      </p:sp>
      <p:sp>
        <p:nvSpPr>
          <p:cNvPr id="22" name="Diamond 21"/>
          <p:cNvSpPr/>
          <p:nvPr/>
        </p:nvSpPr>
        <p:spPr>
          <a:xfrm>
            <a:off x="7744968" y="5029200"/>
            <a:ext cx="1737360" cy="914400"/>
          </a:xfrm>
          <a:prstGeom prst="diamond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9405" y="5161788"/>
            <a:ext cx="111191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rPr dirty="0"/>
              <a:t>Invoice</a:t>
            </a:r>
            <a:br>
              <a:rPr dirty="0"/>
            </a:br>
            <a:r>
              <a:rPr dirty="0"/>
              <a:t>approved?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340096"/>
            <a:ext cx="1325880" cy="512064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31552" y="5376672"/>
            <a:ext cx="11795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Approved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6190488"/>
            <a:ext cx="1508760" cy="47548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65591" y="6263640"/>
            <a:ext cx="13624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rPr dirty="0"/>
              <a:t>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6108192"/>
            <a:ext cx="1874519" cy="475488"/>
          </a:xfrm>
          <a:prstGeom prst="roundRect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88152" y="6144768"/>
            <a:ext cx="172821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Return for correction</a:t>
            </a:r>
          </a:p>
        </p:txBody>
      </p:sp>
      <p:sp>
        <p:nvSpPr>
          <p:cNvPr id="30" name="Oval 29"/>
          <p:cNvSpPr/>
          <p:nvPr/>
        </p:nvSpPr>
        <p:spPr>
          <a:xfrm>
            <a:off x="10104120" y="6108192"/>
            <a:ext cx="1234440" cy="420624"/>
          </a:xfrm>
          <a:prstGeom prst="ellipse">
            <a:avLst/>
          </a:prstGeom>
          <a:noFill/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77272" y="6144768"/>
            <a:ext cx="10881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/>
            </a:pPr>
            <a:r>
              <a:t>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5887" y="3858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/>
            </a:pPr>
            <a:r>
              <a:rPr dirty="0"/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526280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/>
            </a:pPr>
            <a: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532180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/>
            </a:pPr>
            <a:r>
              <a:t>YES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23960" y="6108192"/>
            <a:ext cx="0" cy="0"/>
          </a:xfrm>
          <a:prstGeom prst="line">
            <a:avLst/>
          </a:prstGeom>
          <a:ln w="1778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98280" y="5879592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/>
            </a:pPr>
            <a:r>
              <a:t>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A0BF8A-CB18-7AA0-B55D-A47C158BF9D4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5852160" y="1371600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A6BB8AB-515A-D44E-EA25-BEB65BC7D226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852160" y="2103120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7BCE5C0-5F70-C0AF-18E4-8ACCC863F8A0}"/>
              </a:ext>
            </a:extLst>
          </p:cNvPr>
          <p:cNvCxnSpPr/>
          <p:nvPr/>
        </p:nvCxnSpPr>
        <p:spPr>
          <a:xfrm>
            <a:off x="5839968" y="2770631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7850766-5165-064A-1233-9186A0649F83}"/>
              </a:ext>
            </a:extLst>
          </p:cNvPr>
          <p:cNvCxnSpPr/>
          <p:nvPr/>
        </p:nvCxnSpPr>
        <p:spPr>
          <a:xfrm>
            <a:off x="5852160" y="3493008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B1A56C3-4691-D01E-D102-32A96EB3B2BE}"/>
              </a:ext>
            </a:extLst>
          </p:cNvPr>
          <p:cNvCxnSpPr/>
          <p:nvPr/>
        </p:nvCxnSpPr>
        <p:spPr>
          <a:xfrm>
            <a:off x="5867400" y="4535424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ED7A37-6DA3-19A0-4936-5DA7F05CFE5A}"/>
              </a:ext>
            </a:extLst>
          </p:cNvPr>
          <p:cNvCxnSpPr/>
          <p:nvPr/>
        </p:nvCxnSpPr>
        <p:spPr>
          <a:xfrm>
            <a:off x="5833872" y="5181600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2664D46-08AF-ADC6-E4EA-92139C126E9E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6976872" y="5486400"/>
            <a:ext cx="768096" cy="128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9851454-C9C7-919F-2366-D35F2233F064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9482328" y="5486400"/>
            <a:ext cx="576072" cy="109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9B5F1B-5EB8-D863-8217-DBC3EF1B68A8}"/>
              </a:ext>
            </a:extLst>
          </p:cNvPr>
          <p:cNvCxnSpPr/>
          <p:nvPr/>
        </p:nvCxnSpPr>
        <p:spPr>
          <a:xfrm>
            <a:off x="10669524" y="5876544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5848D9B-1DCC-D4E3-2F0F-7901EDBF56F8}"/>
              </a:ext>
            </a:extLst>
          </p:cNvPr>
          <p:cNvCxnSpPr/>
          <p:nvPr/>
        </p:nvCxnSpPr>
        <p:spPr>
          <a:xfrm>
            <a:off x="8613648" y="5958840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EAB80D0-406D-5C6C-1A56-11F58C4FC7B7}"/>
              </a:ext>
            </a:extLst>
          </p:cNvPr>
          <p:cNvCxnSpPr>
            <a:cxnSpLocks/>
            <a:stCxn id="26" idx="1"/>
            <a:endCxn id="28" idx="3"/>
          </p:cNvCxnSpPr>
          <p:nvPr/>
        </p:nvCxnSpPr>
        <p:spPr>
          <a:xfrm flipH="1" flipV="1">
            <a:off x="7589519" y="6345936"/>
            <a:ext cx="475489" cy="82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546D32B-518B-C8AC-C7F5-38319D55194F}"/>
              </a:ext>
            </a:extLst>
          </p:cNvPr>
          <p:cNvCxnSpPr/>
          <p:nvPr/>
        </p:nvCxnSpPr>
        <p:spPr>
          <a:xfrm>
            <a:off x="1927860" y="4462272"/>
            <a:ext cx="0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48362C6-03A8-67F1-71C1-58723DC321CA}"/>
              </a:ext>
            </a:extLst>
          </p:cNvPr>
          <p:cNvCxnSpPr>
            <a:cxnSpLocks/>
          </p:cNvCxnSpPr>
          <p:nvPr/>
        </p:nvCxnSpPr>
        <p:spPr>
          <a:xfrm flipH="1" flipV="1">
            <a:off x="3474720" y="4114799"/>
            <a:ext cx="1508760" cy="82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C4F3C26-8796-70F6-B409-2BE2AA294F79}"/>
              </a:ext>
            </a:extLst>
          </p:cNvPr>
          <p:cNvCxnSpPr/>
          <p:nvPr/>
        </p:nvCxnSpPr>
        <p:spPr>
          <a:xfrm flipH="1">
            <a:off x="1927860" y="6345936"/>
            <a:ext cx="36774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3742F7E-D5E9-E8C0-4C9C-7450E68101D9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927860" y="5321808"/>
            <a:ext cx="15240" cy="1024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17CDA90-AFAA-9450-F7C7-EFC7DDB83154}"/>
              </a:ext>
            </a:extLst>
          </p:cNvPr>
          <p:cNvCxnSpPr>
            <a:cxnSpLocks/>
          </p:cNvCxnSpPr>
          <p:nvPr/>
        </p:nvCxnSpPr>
        <p:spPr>
          <a:xfrm flipH="1">
            <a:off x="1918716" y="3255263"/>
            <a:ext cx="9144" cy="493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D9EB09F-9622-6B08-DE3C-1EC9F17E41C8}"/>
              </a:ext>
            </a:extLst>
          </p:cNvPr>
          <p:cNvCxnSpPr>
            <a:cxnSpLocks/>
          </p:cNvCxnSpPr>
          <p:nvPr/>
        </p:nvCxnSpPr>
        <p:spPr>
          <a:xfrm flipV="1">
            <a:off x="1905000" y="3210211"/>
            <a:ext cx="2621280" cy="45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bortiz</dc:creator>
  <cp:keywords/>
  <dc:description>generated using python-pptx</dc:description>
  <cp:lastModifiedBy>Ortiz, Breonna</cp:lastModifiedBy>
  <cp:revision>2</cp:revision>
  <dcterms:created xsi:type="dcterms:W3CDTF">2013-01-27T09:14:16Z</dcterms:created>
  <dcterms:modified xsi:type="dcterms:W3CDTF">2026-09-15T00:53:06Z</dcterms:modified>
  <cp:category/>
</cp:coreProperties>
</file>